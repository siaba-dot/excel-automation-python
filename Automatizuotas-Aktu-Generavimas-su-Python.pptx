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117364-E093-41EE-A68B-B31AAC9F9B28}" v="1" dt="2025-02-14T13:44:26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47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gita Abasovienė" userId="21601084-2d68-4f44-a3d1-3cebcac0f6e5" providerId="ADAL" clId="{A9117364-E093-41EE-A68B-B31AAC9F9B28}"/>
    <pc:docChg chg="custSel modSld">
      <pc:chgData name="Sigita Abasovienė" userId="21601084-2d68-4f44-a3d1-3cebcac0f6e5" providerId="ADAL" clId="{A9117364-E093-41EE-A68B-B31AAC9F9B28}" dt="2025-02-14T13:45:58.330" v="3" actId="14100"/>
      <pc:docMkLst>
        <pc:docMk/>
      </pc:docMkLst>
      <pc:sldChg chg="delSp modSp mod">
        <pc:chgData name="Sigita Abasovienė" userId="21601084-2d68-4f44-a3d1-3cebcac0f6e5" providerId="ADAL" clId="{A9117364-E093-41EE-A68B-B31AAC9F9B28}" dt="2025-02-14T13:45:58.330" v="3" actId="14100"/>
        <pc:sldMkLst>
          <pc:docMk/>
          <pc:sldMk cId="0" sldId="256"/>
        </pc:sldMkLst>
        <pc:spChg chg="mod">
          <ac:chgData name="Sigita Abasovienė" userId="21601084-2d68-4f44-a3d1-3cebcac0f6e5" providerId="ADAL" clId="{A9117364-E093-41EE-A68B-B31AAC9F9B28}" dt="2025-02-14T13:45:58.330" v="3" actId="14100"/>
          <ac:spMkLst>
            <pc:docMk/>
            <pc:sldMk cId="0" sldId="256"/>
            <ac:spMk id="7" creationId="{00000000-0000-0000-0000-000000000000}"/>
          </ac:spMkLst>
        </pc:spChg>
        <pc:picChg chg="mod">
          <ac:chgData name="Sigita Abasovienė" userId="21601084-2d68-4f44-a3d1-3cebcac0f6e5" providerId="ADAL" clId="{A9117364-E093-41EE-A68B-B31AAC9F9B28}" dt="2025-02-14T13:44:26.254" v="1" actId="14826"/>
          <ac:picMkLst>
            <pc:docMk/>
            <pc:sldMk cId="0" sldId="256"/>
            <ac:picMk id="2" creationId="{00000000-0000-0000-0000-000000000000}"/>
          </ac:picMkLst>
        </pc:picChg>
        <pc:picChg chg="del">
          <ac:chgData name="Sigita Abasovienė" userId="21601084-2d68-4f44-a3d1-3cebcac0f6e5" providerId="ADAL" clId="{A9117364-E093-41EE-A68B-B31AAC9F9B28}" dt="2025-02-14T13:45:52.289" v="2" actId="478"/>
          <ac:picMkLst>
            <pc:docMk/>
            <pc:sldMk cId="0" sldId="256"/>
            <ac:picMk id="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96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87864"/>
            <a:ext cx="5486400" cy="7959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31267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Automatizuotas Aktų Generavimas su Python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079677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Šiandien apžvelgsime, kaip automatizuoti aktų generavimą naudojant Python. Pradėsime nuo Excel optimizavimo, tada paleisime Python kodą ir konvertuosime į PDF.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4124" y="5515808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3"/>
          <p:cNvSpPr/>
          <p:nvPr/>
        </p:nvSpPr>
        <p:spPr>
          <a:xfrm>
            <a:off x="6324124" y="5497949"/>
            <a:ext cx="2819877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350" b="1" kern="0" spc="-38" dirty="0">
                <a:solidFill>
                  <a:srgbClr val="272525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 Sigita </a:t>
            </a:r>
            <a:r>
              <a:rPr lang="en-US" sz="2350" b="1" kern="0" spc="-38" dirty="0" err="1">
                <a:solidFill>
                  <a:srgbClr val="272525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Abasovien</a:t>
            </a:r>
            <a:r>
              <a:rPr lang="lt-LT" sz="2350" b="1" kern="0" spc="-38" dirty="0">
                <a:solidFill>
                  <a:srgbClr val="272525"/>
                </a:solidFill>
                <a:latin typeface="Source Sans Pro Bold" pitchFamily="34" charset="0"/>
                <a:ea typeface="Source Sans Pro Bold" pitchFamily="34" charset="-122"/>
                <a:cs typeface="Source Sans Pro Bold" pitchFamily="34" charset="-120"/>
              </a:rPr>
              <a:t>ė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25291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Excel Formulės: Dinaminis Datos ir Dienos Skaičiavimas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3316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Datos keitimas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922877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Excel formulės leidžia dinamiškai keisti datą.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43316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Dienų skaičiavimas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922877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Formulės automatiškai apskaičiuoja mėnesio dienas.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4331613"/>
            <a:ext cx="317015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Automatinis atnaujinimas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922877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Pakeitus datą, visi skaičiavimai atnaujinami.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4201597"/>
            <a:ext cx="1251799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Excel Duomenų Struktūrizavimas Automatizavimui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5264587"/>
            <a:ext cx="4158734" cy="1755458"/>
          </a:xfrm>
          <a:prstGeom prst="roundRect">
            <a:avLst>
              <a:gd name="adj" fmla="val 57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5" name="Text 2"/>
          <p:cNvSpPr/>
          <p:nvPr/>
        </p:nvSpPr>
        <p:spPr>
          <a:xfrm>
            <a:off x="1084659" y="551152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Duomenų išdėstymas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84659" y="6007060"/>
            <a:ext cx="36648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Excel duomenys turi būti struktūrizuoti.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35773" y="5264587"/>
            <a:ext cx="4158734" cy="1755458"/>
          </a:xfrm>
          <a:prstGeom prst="roundRect">
            <a:avLst>
              <a:gd name="adj" fmla="val 57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8" name="Text 5"/>
          <p:cNvSpPr/>
          <p:nvPr/>
        </p:nvSpPr>
        <p:spPr>
          <a:xfrm>
            <a:off x="5482709" y="551152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Formato laikymasis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2709" y="6007060"/>
            <a:ext cx="36648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Laikykitės nuoseklaus formato.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9633823" y="5264587"/>
            <a:ext cx="4158734" cy="1755458"/>
          </a:xfrm>
          <a:prstGeom prst="roundRect">
            <a:avLst>
              <a:gd name="adj" fmla="val 57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1" name="Text 8"/>
          <p:cNvSpPr/>
          <p:nvPr/>
        </p:nvSpPr>
        <p:spPr>
          <a:xfrm>
            <a:off x="9880759" y="551152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Aiški struktūra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80759" y="6007060"/>
            <a:ext cx="36648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Užtikrinkite aiškią duomenų struktūrą.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023586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Python </a:t>
            </a:r>
            <a:r>
              <a:rPr lang="lt-LT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Kodas</a:t>
            </a: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: Excel Failų Iteravimas ir Atnaujinimas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124" y="3790593"/>
            <a:ext cx="562451" cy="562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24124" y="4592360"/>
            <a:ext cx="225016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Failų iteracija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324124" y="5087898"/>
            <a:ext cx="225016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Python </a:t>
            </a:r>
            <a:r>
              <a:rPr lang="lt-LT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kodas</a:t>
            </a: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iteruoja per Excel failus.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3259" y="3790593"/>
            <a:ext cx="562451" cy="5624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33259" y="4592360"/>
            <a:ext cx="225016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Duomenų atnaujinimas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33259" y="5439847"/>
            <a:ext cx="225016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Atnaujina datas ir mėnesių pavadinimus.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2395" y="3790593"/>
            <a:ext cx="562570" cy="5625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2395" y="4592479"/>
            <a:ext cx="225028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Automatizavimas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2395" y="5088017"/>
            <a:ext cx="225028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Automatizuoja failų apdorojimo procesą.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07692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Datų ir Mėnesių Pavadinimų Pakeitimas Programiškai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124" y="2843927"/>
            <a:ext cx="1196816" cy="14362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79913" y="308324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Datų paieška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879913" y="3578781"/>
            <a:ext cx="59127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lt-LT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Kodas</a:t>
            </a: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850" kern="0" spc="-38" dirty="0" err="1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ieško</a:t>
            </a: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850" kern="0" spc="-38" dirty="0" err="1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datų</a:t>
            </a: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124" y="4280178"/>
            <a:ext cx="1196816" cy="14362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79913" y="45194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Pakeitimas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879913" y="5015032"/>
            <a:ext cx="59127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Pakeičia datas naujomis.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124" y="5716429"/>
            <a:ext cx="1196816" cy="143625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79913" y="595574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Mėnesio atnaujinimas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879913" y="6451283"/>
            <a:ext cx="59127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Atnaujina mėnesių pavadinimus.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753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043" y="3142298"/>
            <a:ext cx="12039481" cy="606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en-US" sz="3800" kern="0" spc="-76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Excel Konvertavimas į PDF su Nauju Mėnesio Pavadinimu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7303770" y="4057293"/>
            <a:ext cx="22860" cy="3605332"/>
          </a:xfrm>
          <a:prstGeom prst="roundRect">
            <a:avLst>
              <a:gd name="adj" fmla="val 378534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lt-LT"/>
          </a:p>
        </p:txBody>
      </p:sp>
      <p:sp>
        <p:nvSpPr>
          <p:cNvPr id="5" name="Shape 2"/>
          <p:cNvSpPr/>
          <p:nvPr/>
        </p:nvSpPr>
        <p:spPr>
          <a:xfrm>
            <a:off x="6385262" y="4509254"/>
            <a:ext cx="721043" cy="22860"/>
          </a:xfrm>
          <a:prstGeom prst="roundRect">
            <a:avLst>
              <a:gd name="adj" fmla="val 378534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lt-LT"/>
          </a:p>
        </p:txBody>
      </p:sp>
      <p:sp>
        <p:nvSpPr>
          <p:cNvPr id="6" name="Shape 3"/>
          <p:cNvSpPr/>
          <p:nvPr/>
        </p:nvSpPr>
        <p:spPr>
          <a:xfrm>
            <a:off x="7083445" y="4288988"/>
            <a:ext cx="463510" cy="463510"/>
          </a:xfrm>
          <a:prstGeom prst="roundRect">
            <a:avLst>
              <a:gd name="adj" fmla="val 18669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7" name="Text 4"/>
          <p:cNvSpPr/>
          <p:nvPr/>
        </p:nvSpPr>
        <p:spPr>
          <a:xfrm>
            <a:off x="7242512" y="4375309"/>
            <a:ext cx="145375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kern="0" spc="-46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3758208" y="4263271"/>
            <a:ext cx="2423874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kern="0" spc="-38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Excel apdorojimas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21043" y="4689872"/>
            <a:ext cx="5461040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Python apdoroja Excel failus.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524095" y="5539264"/>
            <a:ext cx="721043" cy="22860"/>
          </a:xfrm>
          <a:prstGeom prst="roundRect">
            <a:avLst>
              <a:gd name="adj" fmla="val 378534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lt-LT"/>
          </a:p>
        </p:txBody>
      </p:sp>
      <p:sp>
        <p:nvSpPr>
          <p:cNvPr id="11" name="Shape 8"/>
          <p:cNvSpPr/>
          <p:nvPr/>
        </p:nvSpPr>
        <p:spPr>
          <a:xfrm>
            <a:off x="7083445" y="5318998"/>
            <a:ext cx="463510" cy="463510"/>
          </a:xfrm>
          <a:prstGeom prst="roundRect">
            <a:avLst>
              <a:gd name="adj" fmla="val 18669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2" name="Text 9"/>
          <p:cNvSpPr/>
          <p:nvPr/>
        </p:nvSpPr>
        <p:spPr>
          <a:xfrm>
            <a:off x="7242512" y="5405318"/>
            <a:ext cx="145375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kern="0" spc="-46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8448318" y="5293281"/>
            <a:ext cx="2423874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kern="0" spc="-38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PDF konvertavimas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448318" y="5719882"/>
            <a:ext cx="5461040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Konvertuoja Excel į PDF formatą.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385262" y="6466284"/>
            <a:ext cx="721043" cy="22860"/>
          </a:xfrm>
          <a:prstGeom prst="roundRect">
            <a:avLst>
              <a:gd name="adj" fmla="val 378534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lt-LT"/>
          </a:p>
        </p:txBody>
      </p:sp>
      <p:sp>
        <p:nvSpPr>
          <p:cNvPr id="16" name="Shape 13"/>
          <p:cNvSpPr/>
          <p:nvPr/>
        </p:nvSpPr>
        <p:spPr>
          <a:xfrm>
            <a:off x="7083445" y="6246019"/>
            <a:ext cx="463510" cy="463510"/>
          </a:xfrm>
          <a:prstGeom prst="roundRect">
            <a:avLst>
              <a:gd name="adj" fmla="val 18669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lt-LT"/>
          </a:p>
        </p:txBody>
      </p:sp>
      <p:sp>
        <p:nvSpPr>
          <p:cNvPr id="17" name="Text 14"/>
          <p:cNvSpPr/>
          <p:nvPr/>
        </p:nvSpPr>
        <p:spPr>
          <a:xfrm>
            <a:off x="7242512" y="6332339"/>
            <a:ext cx="145375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kern="0" spc="-46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3325091" y="6220301"/>
            <a:ext cx="2856991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lt-LT" sz="1900" kern="0" spc="-38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Failo pavadinimo</a:t>
            </a:r>
            <a:r>
              <a:rPr lang="en-US" sz="1900" kern="0" spc="-38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 atnaujinimas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21043" y="6646902"/>
            <a:ext cx="5461040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Suteikia </a:t>
            </a:r>
            <a:r>
              <a:rPr lang="en-US" sz="1600" kern="0" spc="-32" dirty="0" err="1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naują</a:t>
            </a:r>
            <a:r>
              <a:rPr lang="en-US" sz="1600" kern="0" spc="-32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lt-LT" sz="1600" kern="0" spc="-32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failo</a:t>
            </a:r>
            <a:r>
              <a:rPr lang="en-US" sz="1600" kern="0" spc="-32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pavadinimą.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56348"/>
            <a:ext cx="1247405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Kodo Demonstravimas: Python </a:t>
            </a:r>
            <a:r>
              <a:rPr lang="lt-LT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kodas</a:t>
            </a: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 Veiksme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841440" y="3306842"/>
            <a:ext cx="184771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lt-LT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Kodo</a:t>
            </a: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 paleidimas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27815" y="3168491"/>
            <a:ext cx="14954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750"/>
              </a:lnSpc>
              <a:buNone/>
            </a:pPr>
            <a:r>
              <a:rPr lang="en-US" sz="23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9941243" y="330684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Duomenų apdorojimas</a:t>
            </a:r>
            <a:endParaRPr lang="en-US" sz="2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38686" y="3554254"/>
            <a:ext cx="14954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750"/>
              </a:lnSpc>
              <a:buNone/>
            </a:pPr>
            <a:r>
              <a:rPr lang="en-US" sz="23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350" dirty="0"/>
          </a:p>
        </p:txBody>
      </p:sp>
      <p:sp>
        <p:nvSpPr>
          <p:cNvPr id="9" name="Text 5"/>
          <p:cNvSpPr/>
          <p:nvPr/>
        </p:nvSpPr>
        <p:spPr>
          <a:xfrm>
            <a:off x="9941243" y="575345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Konvertavimas</a:t>
            </a:r>
            <a:endParaRPr lang="en-US" sz="2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2924" y="5765125"/>
            <a:ext cx="14954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750"/>
              </a:lnSpc>
              <a:buNone/>
            </a:pPr>
            <a:r>
              <a:rPr lang="en-US" sz="23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350" dirty="0"/>
          </a:p>
        </p:txBody>
      </p:sp>
      <p:sp>
        <p:nvSpPr>
          <p:cNvPr id="12" name="Text 7"/>
          <p:cNvSpPr/>
          <p:nvPr/>
        </p:nvSpPr>
        <p:spPr>
          <a:xfrm>
            <a:off x="1872972" y="575345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Rezultatas</a:t>
            </a:r>
            <a:endParaRPr lang="en-US" sz="2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42052" y="5379363"/>
            <a:ext cx="14954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750"/>
              </a:lnSpc>
              <a:buNone/>
            </a:pPr>
            <a:r>
              <a:rPr lang="en-US" sz="23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4</a:t>
            </a:r>
            <a:endParaRPr lang="en-US" sz="2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91665"/>
            <a:ext cx="1144738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Išvada: Dokumentų Darbo Eigos Efektyvinimas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638" y="3074432"/>
            <a:ext cx="2137529" cy="8305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1572" y="3338989"/>
            <a:ext cx="14954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5384482" y="3313748"/>
            <a:ext cx="212502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Automatizavimas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204936" y="3919657"/>
            <a:ext cx="8527971" cy="15240"/>
          </a:xfrm>
          <a:prstGeom prst="roundRect">
            <a:avLst>
              <a:gd name="adj" fmla="val 659712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lt-LT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814" y="3964781"/>
            <a:ext cx="4275058" cy="8305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01572" y="4140756"/>
            <a:ext cx="14954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350" dirty="0"/>
          </a:p>
        </p:txBody>
      </p:sp>
      <p:sp>
        <p:nvSpPr>
          <p:cNvPr id="9" name="Text 5"/>
          <p:cNvSpPr/>
          <p:nvPr/>
        </p:nvSpPr>
        <p:spPr>
          <a:xfrm>
            <a:off x="6453187" y="4204097"/>
            <a:ext cx="158686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Efektyvumas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273641" y="4810006"/>
            <a:ext cx="7459266" cy="15240"/>
          </a:xfrm>
          <a:prstGeom prst="roundRect">
            <a:avLst>
              <a:gd name="adj" fmla="val 659712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lt-LT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09" y="4855131"/>
            <a:ext cx="6412587" cy="8305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01572" y="5031105"/>
            <a:ext cx="14954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350" dirty="0"/>
          </a:p>
        </p:txBody>
      </p:sp>
      <p:sp>
        <p:nvSpPr>
          <p:cNvPr id="13" name="Text 8"/>
          <p:cNvSpPr/>
          <p:nvPr/>
        </p:nvSpPr>
        <p:spPr>
          <a:xfrm>
            <a:off x="7522012" y="5094446"/>
            <a:ext cx="126575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Tikslumas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37724" y="595491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Automatizavimas padidina efektyvumą ir tikslumą. Supaprastinkite dokumentų darbo eigas naudodami Python.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229</Words>
  <Application>Microsoft Office PowerPoint</Application>
  <PresentationFormat>Custom</PresentationFormat>
  <Paragraphs>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Source Sans Pro</vt:lpstr>
      <vt:lpstr>Source Sans Pro Bold</vt:lpstr>
      <vt:lpstr>Source Serif Pro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Sigita Abasovienė</cp:lastModifiedBy>
  <cp:revision>3</cp:revision>
  <dcterms:created xsi:type="dcterms:W3CDTF">2025-02-14T13:22:53Z</dcterms:created>
  <dcterms:modified xsi:type="dcterms:W3CDTF">2025-02-14T13:46:01Z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adc2f5-c777-4900-b753-2ee6edf7f3c9_Enabled">
    <vt:lpwstr>true</vt:lpwstr>
  </property>
  <property fmtid="{D5CDD505-2E9C-101B-9397-08002B2CF9AE}" pid="3" name="MSIP_Label_8eadc2f5-c777-4900-b753-2ee6edf7f3c9_SetDate">
    <vt:lpwstr>2025-02-14T13:26:18Z</vt:lpwstr>
  </property>
  <property fmtid="{D5CDD505-2E9C-101B-9397-08002B2CF9AE}" pid="4" name="MSIP_Label_8eadc2f5-c777-4900-b753-2ee6edf7f3c9_Method">
    <vt:lpwstr>Standard</vt:lpwstr>
  </property>
  <property fmtid="{D5CDD505-2E9C-101B-9397-08002B2CF9AE}" pid="5" name="MSIP_Label_8eadc2f5-c777-4900-b753-2ee6edf7f3c9_Name">
    <vt:lpwstr>Bendras (Viešas)</vt:lpwstr>
  </property>
  <property fmtid="{D5CDD505-2E9C-101B-9397-08002B2CF9AE}" pid="6" name="MSIP_Label_8eadc2f5-c777-4900-b753-2ee6edf7f3c9_SiteId">
    <vt:lpwstr>53b2fdca-17e3-4e3a-9efe-7e3b63ba6b8f</vt:lpwstr>
  </property>
  <property fmtid="{D5CDD505-2E9C-101B-9397-08002B2CF9AE}" pid="7" name="MSIP_Label_8eadc2f5-c777-4900-b753-2ee6edf7f3c9_ActionId">
    <vt:lpwstr>83af2ef0-4735-41bb-ab4c-9e9eb1b622dc</vt:lpwstr>
  </property>
  <property fmtid="{D5CDD505-2E9C-101B-9397-08002B2CF9AE}" pid="8" name="MSIP_Label_8eadc2f5-c777-4900-b753-2ee6edf7f3c9_ContentBits">
    <vt:lpwstr>0</vt:lpwstr>
  </property>
  <property fmtid="{D5CDD505-2E9C-101B-9397-08002B2CF9AE}" pid="9" name="MSIP_Label_8eadc2f5-c777-4900-b753-2ee6edf7f3c9_Tag">
    <vt:lpwstr>10, 3, 0, 1</vt:lpwstr>
  </property>
</Properties>
</file>